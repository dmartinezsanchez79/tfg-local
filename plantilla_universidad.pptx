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4"/>
  </p:notesMasterIdLst>
  <p:sldIdLst>
    <p:sldId id="256" r:id="rId2"/>
    <p:sldId id="258" r:id="rId3"/>
  </p:sldIdLst>
  <p:sldSz cx="9144000" cy="5143500" type="screen16x9"/>
  <p:notesSz cx="6858000" cy="9144000"/>
  <p:embeddedFontLst>
    <p:embeddedFont>
      <p:font typeface="Open Sans" panose="020B0606030504020204" pitchFamily="34" charset="0"/>
      <p:regular r:id="rId5"/>
      <p:bold r:id="rId6"/>
      <p:italic r:id="rId7"/>
      <p:boldItalic r:id="rId8"/>
    </p:embeddedFont>
    <p:embeddedFont>
      <p:font typeface="Open Sans ExtraBold" panose="020B0906030804020204" pitchFamily="34" charset="0"/>
      <p:bold r:id="rId9"/>
      <p:italic r:id="rId10"/>
      <p:boldItalic r:id="rId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14"/>
  </p:normalViewPr>
  <p:slideViewPr>
    <p:cSldViewPr snapToGrid="0">
      <p:cViewPr varScale="1">
        <p:scale>
          <a:sx n="89" d="100"/>
          <a:sy n="89" d="100"/>
        </p:scale>
        <p:origin x="99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font" Target="fonts/font7.fntdata"/><Relationship Id="rId5" Type="http://schemas.openxmlformats.org/officeDocument/2006/relationships/font" Target="fonts/font1.fntdata"/><Relationship Id="rId15" Type="http://schemas.openxmlformats.org/officeDocument/2006/relationships/tableStyles" Target="tableStyles.xml"/><Relationship Id="rId10" Type="http://schemas.openxmlformats.org/officeDocument/2006/relationships/font" Target="fonts/font6.fntdata"/><Relationship Id="rId4" Type="http://schemas.openxmlformats.org/officeDocument/2006/relationships/notesMaster" Target="notesMasters/notesMaster1.xml"/><Relationship Id="rId9" Type="http://schemas.openxmlformats.org/officeDocument/2006/relationships/font" Target="fonts/font5.fntdata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5a54eb9c19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5a54eb9c19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5200">
                <a:solidFill>
                  <a:srgbClr val="43434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5200">
                <a:solidFill>
                  <a:srgbClr val="43434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5200">
                <a:solidFill>
                  <a:srgbClr val="43434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5200">
                <a:solidFill>
                  <a:srgbClr val="43434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5200">
                <a:solidFill>
                  <a:srgbClr val="43434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5200">
                <a:solidFill>
                  <a:srgbClr val="43434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5200">
                <a:solidFill>
                  <a:srgbClr val="43434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5200">
                <a:solidFill>
                  <a:srgbClr val="43434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52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600"/>
              <a:buNone/>
              <a:defRPr sz="3600">
                <a:solidFill>
                  <a:srgbClr val="43434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600"/>
              <a:buNone/>
              <a:defRPr sz="3600">
                <a:solidFill>
                  <a:srgbClr val="43434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600"/>
              <a:buNone/>
              <a:defRPr sz="3600">
                <a:solidFill>
                  <a:srgbClr val="43434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600"/>
              <a:buNone/>
              <a:defRPr sz="3600">
                <a:solidFill>
                  <a:srgbClr val="43434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600"/>
              <a:buNone/>
              <a:defRPr sz="3600">
                <a:solidFill>
                  <a:srgbClr val="43434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600"/>
              <a:buNone/>
              <a:defRPr sz="3600">
                <a:solidFill>
                  <a:srgbClr val="43434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600"/>
              <a:buNone/>
              <a:defRPr sz="3600">
                <a:solidFill>
                  <a:srgbClr val="43434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600"/>
              <a:buNone/>
              <a:defRPr sz="3600">
                <a:solidFill>
                  <a:srgbClr val="43434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600"/>
              <a:buNone/>
              <a:defRPr sz="36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311700" y="1346338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23" name="Google Shape;23;p4"/>
          <p:cNvSpPr/>
          <p:nvPr/>
        </p:nvSpPr>
        <p:spPr>
          <a:xfrm>
            <a:off x="434200" y="996125"/>
            <a:ext cx="5525700" cy="25500"/>
          </a:xfrm>
          <a:prstGeom prst="rect">
            <a:avLst/>
          </a:prstGeom>
          <a:solidFill>
            <a:srgbClr val="00437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4" name="Google Shape;24;p4"/>
          <p:cNvPicPr preferRelativeResize="0"/>
          <p:nvPr/>
        </p:nvPicPr>
        <p:blipFill rotWithShape="1">
          <a:blip r:embed="rId2">
            <a:alphaModFix/>
          </a:blip>
          <a:srcRect l="9498" r="11941"/>
          <a:stretch/>
        </p:blipFill>
        <p:spPr>
          <a:xfrm>
            <a:off x="8197675" y="159500"/>
            <a:ext cx="748221" cy="3525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37" name="Google Shape;37;p7"/>
          <p:cNvPicPr preferRelativeResize="0"/>
          <p:nvPr/>
        </p:nvPicPr>
        <p:blipFill rotWithShape="1">
          <a:blip r:embed="rId2">
            <a:alphaModFix/>
          </a:blip>
          <a:srcRect l="9498" r="11941"/>
          <a:stretch/>
        </p:blipFill>
        <p:spPr>
          <a:xfrm>
            <a:off x="8197675" y="159500"/>
            <a:ext cx="748221" cy="352552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800"/>
              <a:buNone/>
              <a:defRPr sz="4800">
                <a:solidFill>
                  <a:srgbClr val="43434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800"/>
              <a:buNone/>
              <a:defRPr sz="4800">
                <a:solidFill>
                  <a:srgbClr val="43434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800"/>
              <a:buNone/>
              <a:defRPr sz="4800">
                <a:solidFill>
                  <a:srgbClr val="43434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800"/>
              <a:buNone/>
              <a:defRPr sz="4800">
                <a:solidFill>
                  <a:srgbClr val="43434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800"/>
              <a:buNone/>
              <a:defRPr sz="4800">
                <a:solidFill>
                  <a:srgbClr val="43434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800"/>
              <a:buNone/>
              <a:defRPr sz="4800">
                <a:solidFill>
                  <a:srgbClr val="43434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800"/>
              <a:buNone/>
              <a:defRPr sz="4800">
                <a:solidFill>
                  <a:srgbClr val="43434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800"/>
              <a:buNone/>
              <a:defRPr sz="4800">
                <a:solidFill>
                  <a:srgbClr val="43434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800"/>
              <a:buNone/>
              <a:defRPr sz="48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42" name="Google Shape;42;p8"/>
          <p:cNvPicPr preferRelativeResize="0"/>
          <p:nvPr/>
        </p:nvPicPr>
        <p:blipFill rotWithShape="1">
          <a:blip r:embed="rId2">
            <a:alphaModFix/>
          </a:blip>
          <a:srcRect l="9498" r="11941"/>
          <a:stretch/>
        </p:blipFill>
        <p:spPr>
          <a:xfrm>
            <a:off x="8197675" y="159500"/>
            <a:ext cx="748221" cy="3525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600"/>
              <a:buNone/>
              <a:defRPr sz="3600">
                <a:solidFill>
                  <a:srgbClr val="43434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600"/>
              <a:buNone/>
              <a:defRPr sz="3600">
                <a:solidFill>
                  <a:srgbClr val="43434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600"/>
              <a:buNone/>
              <a:defRPr sz="3600">
                <a:solidFill>
                  <a:srgbClr val="43434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600"/>
              <a:buNone/>
              <a:defRPr sz="3600">
                <a:solidFill>
                  <a:srgbClr val="43434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600"/>
              <a:buNone/>
              <a:defRPr sz="3600">
                <a:solidFill>
                  <a:srgbClr val="43434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600"/>
              <a:buNone/>
              <a:defRPr sz="3600">
                <a:solidFill>
                  <a:srgbClr val="43434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600"/>
              <a:buNone/>
              <a:defRPr sz="3600">
                <a:solidFill>
                  <a:srgbClr val="43434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600"/>
              <a:buNone/>
              <a:defRPr sz="3600">
                <a:solidFill>
                  <a:srgbClr val="43434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600"/>
              <a:buNone/>
              <a:defRPr sz="36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49" name="Google Shape;49;p9"/>
          <p:cNvPicPr preferRelativeResize="0"/>
          <p:nvPr/>
        </p:nvPicPr>
        <p:blipFill rotWithShape="1">
          <a:blip r:embed="rId2">
            <a:alphaModFix/>
          </a:blip>
          <a:srcRect l="9498" r="11941"/>
          <a:stretch/>
        </p:blipFill>
        <p:spPr>
          <a:xfrm>
            <a:off x="8197675" y="159500"/>
            <a:ext cx="748221" cy="3525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2" name="Google Shape;5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 b="1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 b="1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 b="1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 b="1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 b="1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 b="1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 b="1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 b="1"/>
            </a:lvl9pPr>
          </a:lstStyle>
          <a:p>
            <a:r>
              <a:t>xx%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/>
          <p:cNvPicPr preferRelativeResize="0"/>
          <p:nvPr/>
        </p:nvPicPr>
        <p:blipFill>
          <a:blip r:embed="rId12">
            <a:alphaModFix amt="21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Open Sans"/>
              <a:buNone/>
              <a:defRPr sz="280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Open Sans"/>
              <a:buNone/>
              <a:defRPr sz="280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Open Sans"/>
              <a:buNone/>
              <a:defRPr sz="280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Open Sans"/>
              <a:buNone/>
              <a:defRPr sz="280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Open Sans"/>
              <a:buNone/>
              <a:defRPr sz="280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Open Sans"/>
              <a:buNone/>
              <a:defRPr sz="280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Open Sans"/>
              <a:buNone/>
              <a:defRPr sz="280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Open Sans"/>
              <a:buNone/>
              <a:defRPr sz="280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Open Sans"/>
              <a:buNone/>
              <a:defRPr sz="280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311700" y="1346338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Open Sans"/>
              <a:buChar char="●"/>
              <a:defRPr sz="18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10" name="Google Shape;10;p1"/>
          <p:cNvSpPr/>
          <p:nvPr/>
        </p:nvSpPr>
        <p:spPr>
          <a:xfrm>
            <a:off x="7493200" y="5091375"/>
            <a:ext cx="1650900" cy="52200"/>
          </a:xfrm>
          <a:prstGeom prst="rect">
            <a:avLst/>
          </a:prstGeom>
          <a:solidFill>
            <a:srgbClr val="00437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0" y="0"/>
            <a:ext cx="1650900" cy="52200"/>
          </a:xfrm>
          <a:prstGeom prst="rect">
            <a:avLst/>
          </a:prstGeom>
          <a:solidFill>
            <a:srgbClr val="00437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/>
        </p:nvSpPr>
        <p:spPr>
          <a:xfrm>
            <a:off x="600" y="3648225"/>
            <a:ext cx="9143400" cy="1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 b="1" dirty="0">
                <a:solidFill>
                  <a:srgbClr val="595959"/>
                </a:solidFill>
                <a:latin typeface="Open Sans"/>
                <a:ea typeface="Open Sans"/>
                <a:cs typeface="Open Sans"/>
                <a:sym typeface="Open Sans"/>
              </a:rPr>
              <a:t>SUBTÍTULO</a:t>
            </a:r>
            <a:endParaRPr sz="1200" b="1" dirty="0">
              <a:solidFill>
                <a:srgbClr val="595959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4" name="Google Shape;64;p13"/>
          <p:cNvSpPr txBox="1"/>
          <p:nvPr/>
        </p:nvSpPr>
        <p:spPr>
          <a:xfrm>
            <a:off x="0" y="2575575"/>
            <a:ext cx="91434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 dirty="0">
                <a:solidFill>
                  <a:srgbClr val="00437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TÍTULO</a:t>
            </a:r>
            <a:endParaRPr sz="3000" dirty="0">
              <a:solidFill>
                <a:srgbClr val="004379"/>
              </a:solidFill>
              <a:latin typeface="Open Sans ExtraBold"/>
              <a:ea typeface="Open Sans ExtraBold"/>
              <a:cs typeface="Open Sans ExtraBold"/>
              <a:sym typeface="Open Sans ExtraBold"/>
            </a:endParaRPr>
          </a:p>
        </p:txBody>
      </p:sp>
      <p:pic>
        <p:nvPicPr>
          <p:cNvPr id="65" name="Google Shape;65;p13"/>
          <p:cNvPicPr preferRelativeResize="0"/>
          <p:nvPr/>
        </p:nvPicPr>
        <p:blipFill>
          <a:blip r:embed="rId3">
            <a:alphaModFix amt="71000"/>
          </a:blip>
          <a:stretch>
            <a:fillRect/>
          </a:stretch>
        </p:blipFill>
        <p:spPr>
          <a:xfrm>
            <a:off x="3890186" y="1502925"/>
            <a:ext cx="1363041" cy="56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7" name="Google Shape;77;p15"/>
          <p:cNvSpPr txBox="1">
            <a:spLocks noGrp="1"/>
          </p:cNvSpPr>
          <p:nvPr>
            <p:ph type="body" idx="1"/>
          </p:nvPr>
        </p:nvSpPr>
        <p:spPr>
          <a:xfrm>
            <a:off x="311700" y="1346338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sz="1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CAM_2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Presentación en pantalla (16:9)</PresentationFormat>
  <Paragraphs>2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6" baseType="lpstr">
      <vt:lpstr>Open Sans</vt:lpstr>
      <vt:lpstr>Arial</vt:lpstr>
      <vt:lpstr>Open Sans ExtraBold</vt:lpstr>
      <vt:lpstr>UCAM_2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David Martinez Sanchez</cp:lastModifiedBy>
  <cp:revision>3</cp:revision>
  <dcterms:modified xsi:type="dcterms:W3CDTF">2026-04-25T12:50:41Z</dcterms:modified>
</cp:coreProperties>
</file>