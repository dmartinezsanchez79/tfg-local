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5"/>
      <p:bold r:id="rId6"/>
      <p:italic r:id="rId7"/>
      <p:boldItalic r:id="rId8"/>
    </p:embeddedFont>
    <p:embeddedFont>
      <p:font typeface="Open Sans ExtraBold" panose="020F0502020204030204" pitchFamily="34" charset="0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5a54eb9c1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5a54eb9c1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34633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434200" y="996125"/>
            <a:ext cx="5525700" cy="25500"/>
          </a:xfrm>
          <a:prstGeom prst="rect">
            <a:avLst/>
          </a:prstGeom>
          <a:solidFill>
            <a:srgbClr val="00437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l="9498" r="11941"/>
          <a:stretch/>
        </p:blipFill>
        <p:spPr>
          <a:xfrm>
            <a:off x="8197675" y="159500"/>
            <a:ext cx="748221" cy="35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l="9498" r="11941"/>
          <a:stretch/>
        </p:blipFill>
        <p:spPr>
          <a:xfrm>
            <a:off x="8197675" y="159500"/>
            <a:ext cx="748221" cy="35255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2">
            <a:alphaModFix/>
          </a:blip>
          <a:srcRect l="9498" r="11941"/>
          <a:stretch/>
        </p:blipFill>
        <p:spPr>
          <a:xfrm>
            <a:off x="8197675" y="159500"/>
            <a:ext cx="748221" cy="35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49" name="Google Shape;49;p9"/>
          <p:cNvPicPr preferRelativeResize="0"/>
          <p:nvPr/>
        </p:nvPicPr>
        <p:blipFill rotWithShape="1">
          <a:blip r:embed="rId2">
            <a:alphaModFix/>
          </a:blip>
          <a:srcRect l="9498" r="11941"/>
          <a:stretch/>
        </p:blipFill>
        <p:spPr>
          <a:xfrm>
            <a:off x="8197675" y="159500"/>
            <a:ext cx="748221" cy="35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Open Sans"/>
              <a:buNone/>
              <a:defRPr sz="28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34633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7493200" y="5091375"/>
            <a:ext cx="1650900" cy="52200"/>
          </a:xfrm>
          <a:prstGeom prst="rect">
            <a:avLst/>
          </a:prstGeom>
          <a:solidFill>
            <a:srgbClr val="00437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1650900" cy="52200"/>
          </a:xfrm>
          <a:prstGeom prst="rect">
            <a:avLst/>
          </a:prstGeom>
          <a:solidFill>
            <a:srgbClr val="00437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/>
        </p:nvSpPr>
        <p:spPr>
          <a:xfrm>
            <a:off x="539" y="3277950"/>
            <a:ext cx="91434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SUBTÍTULO</a:t>
            </a:r>
            <a:endParaRPr sz="1200" b="1" dirty="0"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0" y="2575575"/>
            <a:ext cx="9143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dirty="0">
                <a:solidFill>
                  <a:srgbClr val="004379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TÍTULO</a:t>
            </a:r>
            <a:endParaRPr sz="3000" dirty="0">
              <a:solidFill>
                <a:srgbClr val="004379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 amt="71000"/>
          </a:blip>
          <a:stretch>
            <a:fillRect/>
          </a:stretch>
        </p:blipFill>
        <p:spPr>
          <a:xfrm>
            <a:off x="3890186" y="1502925"/>
            <a:ext cx="1363041" cy="5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34633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AM_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Presentación en pantalla (16:9)</PresentationFormat>
  <Paragraphs>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Open Sans</vt:lpstr>
      <vt:lpstr>Open Sans ExtraBold</vt:lpstr>
      <vt:lpstr>UCAM_2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Martinez-Sanchez David</cp:lastModifiedBy>
  <cp:revision>2</cp:revision>
  <dcterms:modified xsi:type="dcterms:W3CDTF">2026-03-14T19:15:57Z</dcterms:modified>
</cp:coreProperties>
</file>